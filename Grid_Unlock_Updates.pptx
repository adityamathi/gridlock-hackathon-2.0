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Event-Driven Congestion (Planned &amp; Unplanned)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Calibri"/>
              </a:defRPr>
            </a:pPr>
            <a:r>
              <a:t>Real-Time Traffic Incident Response System for Bengaluru Traffic Police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8BDF8"/>
                </a:solidFill>
                <a:latin typeface="Calibri"/>
              </a:defRPr>
            </a:pPr>
            <a:r>
              <a:t>Powered by BTP ASTraM Historical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Grid Unlock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Platform Updates &amp;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Team: The ML Mavericks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669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Eaknath M S (Lead)  |  Ashish D  |  Sabarishh P  |  Prasanth Kanaga Sabai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CORRIDOR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Calibri"/>
              </a:defRPr>
            </a:pPr>
            <a:r>
              <a:t>Scaling from 21 named corridors to 147 with address-based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Only 22 named corridors were mapped, leaving 6,000+ events on unmapped roads unaddressable by the prediction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5029200" cy="3291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Before: 22 Named Corridors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21 named corridors manually curated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No non-corridor road recognition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Events on unmapped roads fell into generic bucket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Limited geographic coverage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Area context missing from predictions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77440"/>
            <a:ext cx="5029200" cy="3291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After: 147 Total Corridors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92608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562 unique road names extracted from address field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Filtered: roads with 5+ events (125 roads retained)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Deduplicated similar names into single entries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Roads shown as Road Name, Area Name format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1,145 unmapped rows grouped as Non-corridor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035040"/>
            <a:ext cx="105156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Calibri"/>
              </a:defRPr>
            </a:pPr>
            <a:r>
              <a:t>147 corridors: 21 named + 125 address-extracted + 1 fallback. All models retrained. Centroids, graph nodes, and impact radii updated across 6 modules.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ADDRESS-BASED ROAD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Systematic pipeline to extract and normalize non-corridor road names from raw address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920240" cy="2560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20" y="21031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Parse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Extract first two parts from raw address field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828800"/>
            <a:ext cx="1920240" cy="2560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11880" y="21031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Aggregate by road name, filter for 5+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28800"/>
            <a:ext cx="1920240" cy="2560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06440" y="21031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Normalize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Merge duplicate names into one entry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199" y="1828800"/>
            <a:ext cx="1920240" cy="2560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00999" y="21031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Assign each road to most common area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1828800"/>
            <a:ext cx="1920240" cy="2560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95560" y="21031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Integrate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Add to network with centroids and radii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Calibri"/>
              </a:defRPr>
            </a:pPr>
            <a:r>
              <a:t>562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12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Unique road names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Calibri"/>
              </a:defRPr>
            </a:pPr>
            <a:r>
              <a:t>125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212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Roads with 5+ 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Calibri"/>
              </a:defRPr>
            </a:pPr>
            <a:r>
              <a:t>1,445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212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Rows remapped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Calibri"/>
              </a:defRPr>
            </a:pPr>
            <a:r>
              <a:t>7,532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5212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Total processed rows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REBRANDING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Calibri"/>
              </a:defRPr>
            </a:pPr>
            <a:r>
              <a:t>ASTraM Event Congestion Command to Grid Unlock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Before: ASTraM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ASTraM Event Congestion 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ASTraM logo and title across all pages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ASTraM footer and copyright notice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astram-events CSV download prefix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ASTraM branding in console messages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02920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Calibri"/>
              </a:defRPr>
            </a:pPr>
            <a:r>
              <a:t>After: Grid Unlock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Grid Unlock Command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9260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Grid Unlock logo (letter G in navy circle)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Updated footer and copyright notice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grid-unlock CSV download prefix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Updated console messages and page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8BDF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943600"/>
            <a:ext cx="105156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Calibri"/>
              </a:defRPr>
            </a:pPr>
            <a:r>
              <a:t>Consistent branding across 7 UI touchpoints: title, navbar, footer, copyright, CSV filename, console logs, and page metadata.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USER INTERFACE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Premium SaaS landing page with comprehensive dashboard improvements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Corridor Selector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Two-level dropdown: category selector (Corridor/Non-corridor) followed by road selector. Backend API returns categorized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1828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Input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194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Hour: 1-12 clamp. Attendance: max 10,000. Officers: max 500. Barricades: max 1,000. Patrols: max 100. Notes: 200-word limit with live counter.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4592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828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Premium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194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Glassmorphism cards with hover lift. Scroll-triggered reveal animations. Live digital clock. Six feature cards. Gradient hero section.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06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Feedback Log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72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Date from/to, Hour from/to dropdowns, Day of week, Year (auto-populated). Apply button disabled until filter selected. Newest-first sort.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402336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4206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Ground Truth 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4572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Actual Duration editable with type=number, range 0-12 step 0.5, and AM/PM selector. Default changed from 1 to 0 (neutral baseline).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02336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206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Filter Visibility 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572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Filter select elements use dark background (#1E293B) with white text. Hour from/to broken template literals replaced with JavaScript function.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FEEDBACK LOG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Calibri"/>
              </a:defRPr>
            </a:pPr>
            <a:r>
              <a:t>Comprehensive feedback tracking with improved sort, filter, and display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Filtering and Sorting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Date range filter with from/to date pickers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Hour from/to dropdowns (12-hour format)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Day of week filter (Sunday through Saturday)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Year filter auto-populated from log data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Apply button disabled until filter selected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Sort by Default, Timestamp, Type, Cause, Corridor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Default sort order: newest first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Chronological sort using Date.getTime()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Display and Data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Paired columns: Predicted vs Actual for all metrics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Severity, Duration, Officers, Barricades, Patrols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tree_fall added to event cause dropdown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Actual Duration: editable field with AM/PM selector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Default duration set to 0 (neutral baseline)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12 AM/PM display fix in timeline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White text on dark background for all filter selects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CSS variables for consistent theming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126480"/>
            <a:ext cx="105156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Calibri"/>
              </a:defRPr>
            </a:pPr>
            <a:r>
              <a:t>All filters and sort options auto-apply on change via re-render triggers.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MACHINE LEARNING MODEL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All models retrained with 147-corridor dataset. No InconsistentVersionWarning.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19202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closure_model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Random Forest 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Predicts if road closure is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1945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84.6%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474720" cy="19202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783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duration_model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Random Forest 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3-class: short/medium/extended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1945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56.9%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474720" cy="19202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783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severity_model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Random Forest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3-class: High/Medium/Low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1945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76.3% accuracy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3474720" cy="19202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069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officers_model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Random Forest Regressor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754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Predicts number of officers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4805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MAE 2.33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3931920"/>
            <a:ext cx="3474720" cy="19202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59" y="4069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barricades_model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Random Forest Regressor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4754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Predicts number of barricades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44805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MAE 1.74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931920"/>
            <a:ext cx="3474720" cy="19202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4069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patrols_model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Random Forest Regressor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754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Predicts number of patrol vehicles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4805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MAE 0.68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BACKEND &amp; DATA PIPELINE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Calibri"/>
              </a:defRPr>
            </a:pPr>
            <a:r>
              <a:t>Corresponding changes across all backend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Module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src/noncorridor_roads.py: Created with NAMED_CORRIDORS set and 125 NON_CORRIDOR_ROADS entries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src/spatial_engine.py: CORRIDOR_CENTROIDS updated to 147 entries for map markers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src/corridor_network.py: 147 graph nodes with connectivity edges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src/resource_optimizer.py: CORRIDOR_RADIUS_KM with 147 entries (0.8/2.5/5 km tiers)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src/retrain_pipeline.py: Float cast fix for numpy type compatibility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API and Data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/api/corridors returns categorized: named(21)+noncorridor(125)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outputs/processed_theme3.csv regenerated with 147 corridors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CSV re-read cache added to avoid stale data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Leaflet CSS link added, map height set to 300px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Field path fixes: road_closure, resources, routes, junctions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126480"/>
            <a:ext cx="105156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Calibri"/>
              </a:defRPr>
            </a:pPr>
            <a:r>
              <a:t>6 backend modules updated to support 147-corridor architecture.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BUG FIXES &amp; CODE CLEANUP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Reliability and maintainability improvements across the codebase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38404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Stability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Race conditions in retraining pipeline eliminated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duration_bucket None/NaN handling fixed for edge cases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retrain_pipeline.py: numpy float cast fix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12 AM/PM display fix in timeline rendering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CSV re-read cache to prevent stale data serving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Orphaned temp files cleaned automatically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38404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Code Cleanup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Dead code removed from feedback_logger.py (12 unreachable lines)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Stale column ref timestamp to log_timestamp in delete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priority_model.joblib removed (rule-based, not ML)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Screenshot*.png added to .gitignore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Duplicate Dashboard navigation button removed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Testimonials section removed for cleaner UX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Calibri"/>
              </a:defRPr>
            </a:pPr>
            <a:r>
              <a:t>Quantifiable improvements across the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Calibri"/>
              </a:defRPr>
            </a:pPr>
            <a:r>
              <a:t>147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Total Corridors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21 named + 125 extracted + 1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Calibri"/>
              </a:defRPr>
            </a:pPr>
            <a:r>
              <a:t>125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2331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Non-Corridor Roads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651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Extracted from 562 unique names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Calibri"/>
              </a:defRPr>
            </a:pPr>
            <a:r>
              <a:t>7,532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331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Processed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651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Full dataset with 147 corridors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17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ML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All retrained with new corridor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93192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59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Calibri"/>
              </a:defRPr>
            </a:pPr>
            <a:r>
              <a:t>84.6%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59" y="4617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Closure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937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Best classification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931920"/>
            <a:ext cx="347472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Calibri"/>
              </a:defRPr>
            </a:pPr>
            <a:r>
              <a:t>76.3%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617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Severity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937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3-class severity prediction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8BDF8"/>
                </a:solidFill>
                <a:latin typeface="Calibri"/>
              </a:defRPr>
            </a:pPr>
            <a:r>
              <a:t>Grid Unlock Command  |  Event-Driven Congestion (Planned &amp; Unplanned)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Built with Flask, scikit-learn, Leaflet.js  |  6 ML Models  |  147 Bangalore Corridors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Calibri"/>
              </a:defRPr>
            </a:pPr>
            <a:r>
              <a:t>Team: The ML Mavericks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Eaknath M S (Team Leader)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Ashish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Sabarishh 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Prasanth Kanaga Sabai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563EB"/>
                </a:solidFill>
                <a:latin typeface="Calibri"/>
              </a:defRPr>
            </a:pPr>
            <a:r>
              <a:t>Predict  |  Deploy  |  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