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Event-Driven Congestion (Planned &amp; Unplanned)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Real-Time Traffic Incident Response System for Bengaluru Traffic Police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8BDF8"/>
                </a:solidFill>
                <a:latin typeface="Calibri"/>
              </a:defRPr>
            </a:pPr>
            <a:r>
              <a:t>Powered by BTP ASTraM Historical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Grid Unlock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Platform Updates &amp;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Team: The ML Mavericks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Eaknath M S (Lead)  |  Ashish D  |  Sabarishh P  |  Prasanth Kanaga Sabai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CORRIDOR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Calibri"/>
              </a:defRPr>
            </a:pPr>
            <a:r>
              <a:t>Scaling from 21 named corridors to 147 with address-based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Only 22 named corridors were mapped, leaving 6,000+ events tagged with generic road names unaddressable by the prediction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02920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Before: 22 Named Corridors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21 named corridors manually curated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No non-corridor road recognition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Events on non-mapped roads fell into generic bucket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Limited geographic coverage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Area context missing from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60320"/>
            <a:ext cx="502920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After: 147 Total Corridors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004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562 unique road names extracted from address field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Filtered: roads with 5+ events (125 roads retained)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Deduplicated: Bannerghatta/Bannerghata, Hennuru/Hennur Main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Roads shown as "Road Name, Area Name"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1,145 unmapped rows grouped under "Non-corridor"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5156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  <a:latin typeface="Calibri"/>
              </a:defRPr>
            </a:pPr>
            <a:r>
              <a:t>147 corridors: 21 named + 125 address-extracted + 1 fallback. All models retrained. Centroids, graph nodes, and impact radii updated across 6 modules.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ADDRESS-BASED ROAD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Systematic pipeline to extract and normalize non-corridor road names from raw address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20240" cy="2743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21031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Parse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Extract first two comma-separated parts from raw address field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828800"/>
            <a:ext cx="1920240" cy="2743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11880" y="21031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10896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Aggregate by road name, filter for 5+ occurrences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28800"/>
            <a:ext cx="1920240" cy="2743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06440" y="21031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10896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Merge duplicates (Bannerghatta Main/Bannerghata Main Rd)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199" y="1828800"/>
            <a:ext cx="1920240" cy="2743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00999" y="21031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310896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Assign each road to its most common area/second address part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1828800"/>
            <a:ext cx="1920240" cy="2743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95560" y="21031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Integrate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10896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Add to corridor network with centroids, graph nodes, radii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562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Unique road names extracted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125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394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Roads with 5+ events retained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1,445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Rows remapped to new corridors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7,532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5394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Total processed dataset rows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REBRANDING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Calibri"/>
              </a:defRPr>
            </a:pPr>
            <a:r>
              <a:t>ASTraM Event Congestion Command  -&gt;  Grid Unlock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Before: ASTraM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ASTraM Event Congestion 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ASTraM logo and title across all pages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ASTraM footer and copyright notice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astram-events CSV download prefix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ASTraM branding in console messages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After: Grid Unlock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Grid Unlock 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Grid Unlock logo (letter 'G' in navy circle)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Updated footer and copyright notice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grid-unlock CSV download prefix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Updated console messages and page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217920"/>
            <a:ext cx="105156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  <a:latin typeface="Calibri"/>
              </a:defRPr>
            </a:pPr>
            <a:r>
              <a:t>Consistent branding across 7 UI touchpoints: title, navbar, footer, copyright, CSV filename, console logs, and page metadata.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USER INTERFACE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Premium SaaS landing page with comprehensive dashboard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Corridor Selector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Redesigned as two-level dropdown: category selector (Corridor / Non-corridor) followed by road selector. Backend API returns categorized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47472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Input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Hour: 1-12 clamp. Attendance: max 10,000. Officers: max 500. Barricades: max 1,000. Patrols: max 100. Notes: 200-word limit with live counter.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47472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Premium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Glassmorphism cards with hover lift. Scroll-triggered reveal animations. Live digital clock. Six feature cards. Gradient hero section.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347472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Feedback Log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Date from/to, Hour from/to dropdowns, Day of week, Year (auto-populated). Apply button disabled until filter selected. Default newest-first sort.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114800"/>
            <a:ext cx="347472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Ground Truth 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Actual Duration editable with type=number, range 0-12 step 0.5, and AM/PM selector. Default changed from 1 to 0 (neutral baseline).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114800"/>
            <a:ext cx="347472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Filter Visibility 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All filter select elements use dark background (#1E293B) with white text for proper contrast. Hour from/to broken template literals replaced with JavaScript function.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FEEDBACK LOG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Calibri"/>
              </a:defRPr>
            </a:pPr>
            <a:r>
              <a:t>Comprehensive feedback tracking with improved sort, filter, and display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Filtering &amp; Sorting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Date range filter with from/to date pickers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Hour from/to dropdowns (12-hour format)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Day of week filter (Sunday through Saturday)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Year filter auto-populated from log data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Apply button disabled until a filter is selected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Sort by Default, Timestamp, Type, Cause, Corridor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Default sort order: newest first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Chronological sort uses Date.getTime() for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Display &amp; 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Paired columns: Predicted vs Actual for all metrics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Severity, Duration, Officers, Barricades, Patrols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tree_fall added to event cause dropdown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Actual Duration: editable field with AM/PM selector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Default duration set to 0 (neutral baseline)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12 AM/PM display fix in timeline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White text on dark background for all filter selects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CSS variables for consistent theming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17920"/>
            <a:ext cx="105156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  <a:latin typeface="Calibri"/>
              </a:defRPr>
            </a:pPr>
            <a:r>
              <a:t>All filters and sort options auto-apply on change via re-render triggers.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MACHINE LEARNING MODEL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All models retrained with 147-corridor dataset. No InconsistentVersionWarning.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closure_model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Random Forest</a:t>
            </a:r>
            <a:br/>
            <a:r>
              <a:t>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Predicts if road</a:t>
            </a:r>
            <a:br/>
            <a:r>
              <a:t>closure is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860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84.6%</a:t>
            </a:r>
            <a:br/>
            <a:r>
              <a:t>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duration_model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148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Random Forest</a:t>
            </a:r>
            <a:br/>
            <a:r>
              <a:t>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3-class: short /</a:t>
            </a:r>
            <a:br/>
            <a:r>
              <a:t>medium / extended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2860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56.9%</a:t>
            </a:r>
            <a:br/>
            <a:r>
              <a:t>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severity_model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48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Random Forest</a:t>
            </a:r>
            <a:br/>
            <a:r>
              <a:t>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3-class: High /</a:t>
            </a:r>
            <a:br/>
            <a:r>
              <a:t>Medium /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2860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76.3%</a:t>
            </a:r>
            <a:br/>
            <a:r>
              <a:t>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officers_model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Random Forest</a:t>
            </a:r>
            <a:br/>
            <a:r>
              <a:t>Regressor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37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Predicts number of</a:t>
            </a:r>
            <a:br/>
            <a:r>
              <a:t>officers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6634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MAE 2.33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02336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barricades_model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Random Forest</a:t>
            </a:r>
            <a:br/>
            <a:r>
              <a:t>Regressor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4937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Predicts number of</a:t>
            </a:r>
            <a:br/>
            <a:r>
              <a:t>barricades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6634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MAE 1.74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02336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patrols_model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Random Forest</a:t>
            </a:r>
            <a:br/>
            <a:r>
              <a:t>Regressor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937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Predicts number of</a:t>
            </a:r>
            <a:br/>
            <a:r>
              <a:t>patrol vehicles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6634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MAE 0.68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BACKEND &amp; DATA PIPELINE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Calibri"/>
              </a:defRPr>
            </a:pPr>
            <a:r>
              <a:t>Corresponding changes across all backend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Module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src/noncorridor_roads.py: Created with NAMED_CORRIDORS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set and 125 NON_CORRIDOR_ROADS entries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src/spatial_engine.py: CORRIDOR_CENTROIDS updated to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147 entries for map marker placement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src/corridor_network.py: 147 graph nodes with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connectivity edges to nearest named corridor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src/resource_optimizer.py: CORRIDOR_RADIUS_KM with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147 entries (0.8 km extracted, 2.5 km named, 5 km fallback)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src/retrain_pipeline.py: Float cast fix for numpy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API &amp; Data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/api/corridors returns categorized response: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{"named":{21 corridors}, "noncorridor":{125 roads}}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outputs/processed_theme3.csv fully regenerated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with 147 unique corridor values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CSV re-read cache added to avoid stale data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Leaflet CSS link added for proper map rendering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Map height set to 300px for optimal display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Field path fixes: r.road_closure, r.resources.*,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r.routes.*, r.nearby_junctions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17920"/>
            <a:ext cx="105156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  <a:latin typeface="Calibri"/>
              </a:defRPr>
            </a:pPr>
            <a:r>
              <a:t>6 backend modules updated to support 147-corridor architecture.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BUG FIXES &amp; CODE 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Reliability and maintainability improvements across the codebase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114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Stability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• Race conditions in retraining pipeline eliminated</a:t>
            </a:r>
          </a:p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• duration_bucket None/NaN handling fixed for edge cases</a:t>
            </a:r>
          </a:p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• retrain_pipeline.py: numpy float cast for sklearn compatibility</a:t>
            </a:r>
          </a:p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• 12 AM/PM display fix in timeline rendering</a:t>
            </a:r>
          </a:p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• CSV re-read cache to prevent stale data serving</a:t>
            </a:r>
          </a:p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• Orphaned temp files cleaned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Code Cleanup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• Dead code removed from feedback_logger.py (12 unreachable lines)</a:t>
            </a:r>
          </a:p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• Stale column reference "timestamp" -&gt; "log_timestamp" in delete</a:t>
            </a:r>
          </a:p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• priority_model.joblib removed (priority is deterministic rule)</a:t>
            </a:r>
          </a:p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• Screenshot*.png added to .gitignore</a:t>
            </a:r>
          </a:p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• Duplicate "Dashboard" navigation button removed</a:t>
            </a:r>
          </a:p>
          <a:p>
            <a:pPr>
              <a:spcAft>
                <a:spcPts val="6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• Testimonials section removed for cleaner UX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Calibri"/>
              </a:defRPr>
            </a:pPr>
            <a:r>
              <a:t>Quantifiable improvements across the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147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Total Corridors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21 named + 125 extracted + 1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125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Non-Corridor Roads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Extracted from 562 unique address names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7,532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Processed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Full dataset with 147-corridor 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ML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20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All retrained with new corridor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02336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84.6%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Closure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5120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Best performing classification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76.3%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754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Severity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5120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3-class severity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  <a:latin typeface="Calibri"/>
              </a:defRPr>
            </a:pPr>
            <a:r>
              <a:t>Grid Unlock Command  |  Event-Driven Congestion (Planned &amp; Unplanned)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Built with Flask, scikit-learn, Leaflet.js  |  6 ML Models  |  147 Bangalore Corridors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Team: The ML Mavericks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Eaknath M S (Team Leader)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Ashish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Sabarishh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Prasanth Kanaga Sabai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Calibri"/>
              </a:defRPr>
            </a:pPr>
            <a:r>
              <a:t>Predict  |  Deploy  |  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