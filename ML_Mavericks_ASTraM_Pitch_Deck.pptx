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Event-Driven Congestion (Planned &amp; Unplanned)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EC0"/>
                </a:solidFill>
                <a:latin typeface="Calibri"/>
              </a:defRPr>
            </a:pPr>
            <a:r>
              <a:t>Real-Time Traffic Incident Response System for Bengaluru Traffic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Calibri"/>
              </a:defRPr>
            </a:pPr>
            <a:r>
              <a:t>Powered by BTP ASTraM Historical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4D0F"/>
                </a:solidFill>
                <a:latin typeface="Calibri"/>
              </a:defRPr>
            </a:pPr>
            <a:r>
              <a:t>ASTraM Event Congestion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Predict · Deploy ·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0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Traffic congestion in Bengaluru costs  ₹38,000 Cr annually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0CCDD"/>
                </a:solidFill>
                <a:latin typeface="Calibri"/>
              </a:defRPr>
            </a:pPr>
            <a:r>
              <a:t>▸  22 major corridors, 800+ junctions — manual incident management is slow</a:t>
            </a:r>
          </a:p>
          <a:p>
            <a:pPr>
              <a:spcAft>
                <a:spcPts val="800"/>
              </a:spcAft>
              <a:defRPr sz="1600">
                <a:solidFill>
                  <a:srgbClr val="C0CCDD"/>
                </a:solidFill>
                <a:latin typeface="Calibri"/>
              </a:defRPr>
            </a:pPr>
            <a:r>
              <a:t>▸  No data-driven resource allocation — officers, barricades, patrols deployed ad-hoc</a:t>
            </a:r>
          </a:p>
          <a:p>
            <a:pPr>
              <a:spcAft>
                <a:spcPts val="800"/>
              </a:spcAft>
              <a:defRPr sz="1600">
                <a:solidFill>
                  <a:srgbClr val="C0CCDD"/>
                </a:solidFill>
                <a:latin typeface="Calibri"/>
              </a:defRPr>
            </a:pPr>
            <a:r>
              <a:t>▸  Diversion routes decided on the fly, no alternate route computation</a:t>
            </a:r>
          </a:p>
          <a:p>
            <a:pPr>
              <a:spcAft>
                <a:spcPts val="800"/>
              </a:spcAft>
              <a:defRPr sz="1600">
                <a:solidFill>
                  <a:srgbClr val="C0CCDD"/>
                </a:solidFill>
                <a:latin typeface="Calibri"/>
              </a:defRPr>
            </a:pPr>
            <a:r>
              <a:t>▸  No feedback loop — past responses are not used to improve future decisions</a:t>
            </a:r>
          </a:p>
          <a:p>
            <a:pPr>
              <a:spcAft>
                <a:spcPts val="800"/>
              </a:spcAft>
              <a:defRPr sz="1600">
                <a:solidFill>
                  <a:srgbClr val="C0CCDD"/>
                </a:solidFill>
                <a:latin typeface="Calibri"/>
              </a:defRPr>
            </a:pPr>
            <a:r>
              <a:t>▸  Disconnected systems: incidents logged in ASTraM, response planned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0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 unified command dashboard that predicts and optimizes in real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  <a:latin typeface="Calibri"/>
              </a:defRPr>
            </a:pPr>
            <a:r>
              <a:t>→  ML models predict severity, closure, duration, and resource needs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  <a:latin typeface="Calibri"/>
              </a:defRPr>
            </a:pPr>
            <a:r>
              <a:t>→  Corridor-level routing engine computes actual alternate routes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  <a:latin typeface="Calibri"/>
              </a:defRPr>
            </a:pPr>
            <a:r>
              <a:t>→  Real-time monitoring via simulation or live TomTom traffic API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  <a:latin typeface="Calibri"/>
              </a:defRPr>
            </a:pPr>
            <a:r>
              <a:t>→  Feedback-driven retraining pipeline improves predictions over time</a:t>
            </a:r>
          </a:p>
          <a:p>
            <a:pPr>
              <a:spcAft>
                <a:spcPts val="800"/>
              </a:spcAft>
              <a:defRPr sz="1600">
                <a:solidFill>
                  <a:srgbClr val="1B2A4A"/>
                </a:solidFill>
                <a:latin typeface="Calibri"/>
              </a:defRPr>
            </a:pPr>
            <a:r>
              <a:t>→  Single dashboard: analysis, monitor, feedback, all in one 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0F"/>
                </a:solidFill>
                <a:latin typeface="Calibri"/>
              </a:defRPr>
            </a:pPr>
            <a:r>
              <a:t>Event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Historical ASTraM data (8,200+ events) or real-time feed</a:t>
            </a:r>
            <a:br/>
            <a:r>
              <a:t>(simulation / TomTom Traffic API)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0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Extract temporal, spatial, and categorical features.</a:t>
            </a:r>
            <a:br/>
            <a:r>
              <a:t>Compute severity labels from closure + duration + cause heuristics.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0F"/>
                </a:solidFill>
                <a:latin typeface="Calibri"/>
              </a:defRPr>
            </a:pPr>
            <a:r>
              <a:t>ML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204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6 Random Forest models predict: closure, duration bucket,</a:t>
            </a:r>
            <a:br/>
            <a:r>
              <a:t>severity level, officers, barricades, patrol vehicles.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0F"/>
                </a:solidFill>
                <a:latin typeface="Calibri"/>
              </a:defRPr>
            </a:pPr>
            <a:r>
              <a:t>Resource &amp;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262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Resource optimizer assigns deployment points.</a:t>
            </a:r>
            <a:br/>
            <a:r>
              <a:t>Routing engine computes alternate routes from corridor graph.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0F"/>
                </a:solidFill>
                <a:latin typeface="Calibri"/>
              </a:defRPr>
            </a:pPr>
            <a:r>
              <a:t>Dashboard &amp;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321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Results shown on map + analysis panel.</a:t>
            </a:r>
            <a:br/>
            <a:r>
              <a:t>Ground truth corrections fed back into retraining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Calibri"/>
              </a:defRPr>
            </a:pPr>
            <a:r>
              <a:t>6 scikit-learn models trained on 7,532 processed events from ASTraM historical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closure_model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Predicts if road closure is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87.4%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duration_model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3-class: short / medium / extended (trained on 2,722 actual-duration events)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59.6%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severity_model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3-class: High / Medium / Low (excludes leakage features)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81.6%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officers_model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Predicts number of officers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MAE 2.33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114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barricades_model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Predicts number of barricades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MAE 1.74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4114800"/>
            <a:ext cx="347472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patrols_model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4D0F"/>
                </a:solidFill>
                <a:latin typeface="Calibri"/>
              </a:defRPr>
            </a:pPr>
            <a:r>
              <a:t>Random Forest Regressor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Predicts number of patrol vehicles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MAE 0.68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Interactive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Select any of 22 Bengaluru corridors.</a:t>
            </a:r>
            <a:br/>
            <a:r>
              <a:t>Visualize incident location, severity zones,</a:t>
            </a:r>
            <a:br/>
            <a:r>
              <a:t>and computed diversion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Prediction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Real-time severity scoring, closure</a:t>
            </a:r>
            <a:br/>
            <a:r>
              <a:t>probability, duration estimate, and</a:t>
            </a:r>
            <a:br/>
            <a:r>
              <a:t>resource deployment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5448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Feedback &amp; Retraining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Log every prediction. Edit ground truth.</a:t>
            </a:r>
            <a:br/>
            <a:r>
              <a:t>Retrain models with one click to</a:t>
            </a:r>
            <a:br/>
            <a:r>
              <a:t>incorporate real-world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Live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Simulated real-time events (or live</a:t>
            </a:r>
            <a:br/>
            <a:r>
              <a:t>TomTom Traffic API). SSE stream</a:t>
            </a:r>
            <a:br/>
            <a:r>
              <a:t>pushes events to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02336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251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Corridor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Graph-based routing engine computes</a:t>
            </a:r>
            <a:br/>
            <a:r>
              <a:t>actual alternate routes using the</a:t>
            </a:r>
            <a:br/>
            <a:r>
              <a:t>Bangalore major arterial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023360"/>
            <a:ext cx="3474720" cy="210312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251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Resource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Data-driven allocation of officers,</a:t>
            </a:r>
            <a:br/>
            <a:r>
              <a:t>barricades, and patrol vehicles</a:t>
            </a:r>
            <a:br/>
            <a:r>
              <a:t>based on event profile + historical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5176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Flask (Python)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RESTful API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Server-Sent Events (SSE)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11 API endpoints + worker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554480"/>
            <a:ext cx="265176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ML /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scikit-learn (6 models)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pandas / numpy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joblib model persistence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Random Forest (Classifier + Regressor)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265176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Vanilla JS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Leaflet.js (map)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Bootstrap-like CSS grid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EventSource (SSE client)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554480"/>
            <a:ext cx="265176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286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Runs on any Python 3.10+ host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No database required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CSV-based persistence</a:t>
            </a:r>
          </a:p>
          <a:p>
            <a:pPr>
              <a:spcAft>
                <a:spcPts val="800"/>
              </a:spcAft>
              <a:defRPr sz="1300">
                <a:solidFill>
                  <a:srgbClr val="1B2A4A"/>
                </a:solidFill>
                <a:latin typeface="Calibri"/>
              </a:defRPr>
            </a:pPr>
            <a:r>
              <a:t>•  Auto-launches browser on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Single-file server.py (~650 lines) + modular src/ package (~2,000 lines total)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Single-page dashboard with four integrated tabs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51760" cy="228600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Analysis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Select corridor → event type → get</a:t>
            </a:r>
            <a:br/>
            <a:r>
              <a:t>severity, resources, diversion routes.</a:t>
            </a:r>
            <a:br/>
            <a:r>
              <a:t>Map shows incident + buffer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94560"/>
            <a:ext cx="2651760" cy="228600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Feedback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Browse 100+ predictions. Sort by</a:t>
            </a:r>
            <a:br/>
            <a:r>
              <a:t>severity, filter by corridor.</a:t>
            </a:r>
            <a:br/>
            <a:r>
              <a:t>Edit ground truth, retrain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94560"/>
            <a:ext cx="2651760" cy="228600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Live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Start/stop real-time event stream.</a:t>
            </a:r>
            <a:br/>
            <a:r>
              <a:t>Choose simulation or live TomTom.</a:t>
            </a:r>
            <a:br/>
            <a:r>
              <a:t>API key configurable via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94560"/>
            <a:ext cx="2651760" cy="2286000"/>
          </a:xfrm>
          <a:prstGeom prst="roundRect">
            <a:avLst/>
          </a:prstGeom>
          <a:solidFill>
            <a:srgbClr val="23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0F"/>
                </a:solidFill>
                <a:latin typeface="Calibri"/>
              </a:defRPr>
            </a:pPr>
            <a:r>
              <a:t>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F"/>
                </a:solidFill>
                <a:latin typeface="Calibri"/>
              </a:defRPr>
            </a:pPr>
            <a:r>
              <a:t>Train resource models from feedback.</a:t>
            </a:r>
            <a:br/>
            <a:r>
              <a:t>Refresh all models with one click.</a:t>
            </a:r>
            <a:br/>
            <a:r>
              <a:t>Performance metrics displayed.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Map shows 22 Bangalore corridors with real road-aligned coordinates · Live circle markers color-coded by severity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DATA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0F"/>
                </a:solidFill>
                <a:latin typeface="Calibri"/>
              </a:defRPr>
            </a:pPr>
            <a:r>
              <a:t>8,200+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2A4A"/>
                </a:solidFill>
                <a:latin typeface="Calibri"/>
              </a:defRPr>
            </a:pPr>
            <a:r>
              <a:t>Historical ASTraM events</a:t>
            </a:r>
            <a:br/>
            <a:r>
              <a:t>spanning 2018–2024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201168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691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0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2A4A"/>
                </a:solidFill>
                <a:latin typeface="Calibri"/>
              </a:defRPr>
            </a:pPr>
            <a:r>
              <a:t>Major Bengaluru corridors</a:t>
            </a:r>
            <a:br/>
            <a:r>
              <a:t>mapped with real coordinates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54480"/>
            <a:ext cx="201168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691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0F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2A4A"/>
                </a:solidFill>
                <a:latin typeface="Calibri"/>
              </a:defRPr>
            </a:pPr>
            <a:r>
              <a:t>Junctions with</a:t>
            </a:r>
            <a:br/>
            <a:r>
              <a:t>location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54480"/>
            <a:ext cx="201168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691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0F"/>
                </a:solidFill>
                <a:latin typeface="Calibri"/>
              </a:defRPr>
            </a:pPr>
            <a:r>
              <a:t>7,532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2A4A"/>
                </a:solidFill>
                <a:latin typeface="Calibri"/>
              </a:defRPr>
            </a:pPr>
            <a:r>
              <a:t>Processed feature-engineered</a:t>
            </a:r>
            <a:br/>
            <a:r>
              <a:t>rows (processed_theme3.csv)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554480"/>
            <a:ext cx="201168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691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0F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2A4A"/>
                </a:solidFill>
                <a:latin typeface="Calibri"/>
              </a:defRPr>
            </a:pPr>
            <a:r>
              <a:t>Feedback log entries</a:t>
            </a:r>
            <a:br/>
            <a:r>
              <a:t>from model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Key data insight: Priority is a deterministic rule (corridor = High, Non-corridor = Low), not a predictive task.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80% of duration values are imputed (median 8.12 hrs) — duration model trained only on 2,722 actual-duration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0F"/>
                </a:solidFill>
                <a:latin typeface="Calibri"/>
              </a:defRPr>
            </a:pPr>
            <a:r>
              <a:t>Faster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D"/>
                </a:solidFill>
                <a:latin typeface="Calibri"/>
              </a:defRPr>
            </a:pPr>
            <a:r>
              <a:t>From minutes to seconds:</a:t>
            </a:r>
            <a:br/>
            <a:r>
              <a:t>instant severity assessment</a:t>
            </a:r>
            <a:br/>
            <a:r>
              <a:t>and resource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0F"/>
                </a:solidFill>
                <a:latin typeface="Calibri"/>
              </a:defRPr>
            </a:pPr>
            <a:r>
              <a:t>Optimized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D"/>
                </a:solidFill>
                <a:latin typeface="Calibri"/>
              </a:defRPr>
            </a:pPr>
            <a:r>
              <a:t>Data-driven allocation instead</a:t>
            </a:r>
            <a:br/>
            <a:r>
              <a:t>of ad-hoc deployment.</a:t>
            </a:r>
            <a:br/>
            <a:r>
              <a:t>Right resources, right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0F"/>
                </a:solidFill>
                <a:latin typeface="Calibri"/>
              </a:defRPr>
            </a:pPr>
            <a:r>
              <a:t>Continuous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D"/>
                </a:solidFill>
                <a:latin typeface="Calibri"/>
              </a:defRPr>
            </a:pPr>
            <a:r>
              <a:t>Every incident improves the</a:t>
            </a:r>
            <a:br/>
            <a:r>
              <a:t>models. Feedback loop ensures</a:t>
            </a:r>
            <a:br/>
            <a:r>
              <a:t>growing accuracy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0F"/>
                </a:solidFill>
                <a:latin typeface="Calibri"/>
              </a:defRPr>
            </a:pPr>
            <a:r>
              <a:t>Unified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CCDD"/>
                </a:solidFill>
                <a:latin typeface="Calibri"/>
              </a:defRPr>
            </a:pPr>
            <a:r>
              <a:t>Analysis, monitoring, feedback,</a:t>
            </a:r>
            <a:br/>
            <a:r>
              <a:t>and retraining in one dashboard.</a:t>
            </a:r>
            <a:br/>
            <a:r>
              <a:t>No context switching.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Calibri"/>
              </a:defRPr>
            </a:pPr>
            <a:r>
              <a:t>Potential to reduce congestion-related economic losses through faster, data-driven incident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E84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ASTraM Event Congestion Command — Event-Driven Congestion (Planned &amp; Unplanned)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Built with Flask, scikit-learn, Leaflet.js · 6 ML models · 22 Bangalore 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4D0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Eaknath M S (Team Leader)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Ashish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Sabarishh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Prasanth Kanaga Sabai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